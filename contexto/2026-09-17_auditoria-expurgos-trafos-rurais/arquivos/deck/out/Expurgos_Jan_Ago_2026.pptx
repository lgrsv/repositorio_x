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Expurgos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1F4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3702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 decisão fechada (115)</c:v>
                </c:pt>
                <c:pt idx="1">
                  <c:v>Aguardando o COPO (112)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115</c:v>
                </c:pt>
                <c:pt idx="1">
                  <c:v>112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6262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Expurgos</c:v>
                </c:pt>
              </c:strCache>
            </c:strRef>
          </c:tx>
          <c:spPr>
            <a:solidFill>
              <a:srgbClr val="1F1F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1F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1F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1F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1F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3702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Não houve troca nenhuma</c:v>
                  </c:pt>
                  <c:pt idx="1">
                    <c:v>Obra não comprova a troca</c:v>
                  </c:pt>
                  <c:pt idx="2">
                    <c:v>Trocado, mas sem falha</c:v>
                  </c:pt>
                  <c:pt idx="3">
                    <c:v>Causa externa ao transformador</c:v>
                  </c:pt>
                  <c:pt idx="4">
                    <c:v>Sem interrupção ou fora da janela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16</c:v>
                </c:pt>
                <c:pt idx="2">
                  <c:v>38</c:v>
                </c:pt>
                <c:pt idx="3">
                  <c:v>49</c:v>
                </c:pt>
                <c:pt idx="4">
                  <c:v>112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Parou na Crítica</c:v>
                </c:pt>
              </c:strCache>
            </c:strRef>
          </c:tx>
          <c:spPr>
            <a:solidFill>
              <a:srgbClr val="F370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Queimado (125)</c:v>
                  </c:pt>
                  <c:pt idx="1">
                    <c:v>Avariado (47)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</c:v>
                </c:pt>
                <c:pt idx="1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Saiu por outro motivo</c:v>
                </c:pt>
              </c:strCache>
            </c:strRef>
          </c:tx>
          <c:spPr>
            <a:solidFill>
              <a:srgbClr val="1F1F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Queimado (125)</c:v>
                  </c:pt>
                  <c:pt idx="1">
                    <c:v>Avariado (47)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6262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Troca comprovada pela série</c:v>
                </c:pt>
              </c:strCache>
            </c:strRef>
          </c:tx>
          <c:spPr>
            <a:solidFill>
              <a:srgbClr val="1F1F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Sem interrupção registrada</c:v>
                  </c:pt>
                  <c:pt idx="1">
                    <c:v>Fora da janela de 24 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 comprovação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Sem interrupção registrada</c:v>
                  </c:pt>
                  <c:pt idx="1">
                    <c:v>Fora da janela de 24 h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</c:v>
                </c:pt>
                <c:pt idx="1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6262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Expurgos no mês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47</c:v>
                </c:pt>
                <c:pt idx="1">
                  <c:v>35</c:v>
                </c:pt>
                <c:pt idx="2">
                  <c:v>34</c:v>
                </c:pt>
                <c:pt idx="3">
                  <c:v>31</c:v>
                </c:pt>
                <c:pt idx="4">
                  <c:v>16</c:v>
                </c:pt>
                <c:pt idx="5">
                  <c:v>28</c:v>
                </c:pt>
                <c:pt idx="6">
                  <c:v>13</c:v>
                </c:pt>
                <c:pt idx="7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Aguardando o COPO</c:v>
                </c:pt>
              </c:strCache>
            </c:strRef>
          </c:tx>
          <c:spPr>
            <a:solidFill>
              <a:srgbClr val="1F1F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</c:v>
                </c:pt>
                <c:pt idx="1">
                  <c:v>24</c:v>
                </c:pt>
                <c:pt idx="2">
                  <c:v>24</c:v>
                </c:pt>
                <c:pt idx="3">
                  <c:v>19</c:v>
                </c:pt>
                <c:pt idx="4">
                  <c:v>7</c:v>
                </c:pt>
                <c:pt idx="5">
                  <c:v>9</c:v>
                </c:pt>
                <c:pt idx="6">
                  <c:v>0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6262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227 SS expurgadas de janeiro a agosto de 2026. Metade ainda depende de análise do COPO.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115 decididos x 112 pendentes. Expurgo por mérito não volta; expurgo por ausência de registro volta se a prova aparecer.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112 de 227 na macro categoria pendente. As outras quatro estão fechadas.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49 causa externa, 38 trocado sem falha, 16 obra não comprova, 12 não houve troca. Total 115.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172 de 227 com texto de queima/avaria: 125 queimado + 47 avariado. Destes 112 pela Crítica (89 queimado + 23 avariado) e 60 por outro motivo (36 queimado + 24 avariado). Os outros 55 do total já declaram outra causa no texto: furtado 30, preventivo 9, abalroamento 5, entre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82 sem interrupção, 30 fora da janela. 89 queimado, 23 avariado. 81 com prova de troca, 31 sem.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81 de 112 com prova de troca: 56 sem interrupção + 25 fora da janela; 65 queimados + 16 avariados.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 23/47, fev 24/35, mar 24/34, abr 19/31, mai 7/16, jun 9/28, ago 6/23. Julho 0/13 porque a Crítica de julho se perdeu — não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pedidos: confirmar as 82 ausências, avaliar as 30 fora da janela, priorizar jan-abr.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7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Slide-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3035808"/>
            <a:ext cx="4526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Expurgos de Transformadores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396849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 a agosto de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43342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Equipamentos Especiais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dos expurgos ainda não fechou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7782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227 solicitações retiradas do indicador, 112 aguardam o COPO: ou não há interrupção registrada, ou ela está fora da janela de 24 horas.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4754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63040"/>
          <a:ext cx="5989320" cy="914400"/>
        </p:xfrm>
        <a:graphic>
          <a:graphicData uri="http://schemas.openxmlformats.org/drawingml/2006/table">
            <a:tbl>
              <a:tblPr/>
              <a:tblGrid>
                <a:gridCol w="379476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decisão fechada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Aguardando o COPO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669280" y="29260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separa os dois grupos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3246120"/>
            <a:ext cx="5989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115 saíram por mérito.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Furto, remanejamento, troca preventiva, ausência de documento — o caso está decidido e não retorna ao indicador.</a:t>
            </a:r>
            <a:endParaRPr lang="en-US" sz="125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112 saíram por ausência de registro.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descreve a falha e em 81 deles a troca está documentada, mas a interrupção ou não consta na Crítica, ou consta fora da janela de 24 horas. Voltam ao indicador se a prova aparecer.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dividem os 227 expurgos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7782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macro categorias. A maior delas é justamente a que ainda não tem resposta.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178308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interrupção ou fora da janela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112 dos 227 — quase metade. São 82 SS sem interrupção registrada na Crítica e 30 em que a interrupção existe, mas fora da janela de 24 horas da SS.</a:t>
            </a:r>
            <a:endParaRPr lang="en-US" sz="125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outras quatro categorias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somam 115 e estão encerradas. Nelas o expurgo não depende da Crítica: o motivo está no próprio caso — a causa foi externa, a troca não foi por falha, a obra não comprova a troca, ou simplesmente não houve troca.</a:t>
            </a:r>
            <a:endParaRPr lang="en-US" sz="125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destaque (laranja) o bloco que depende do COPO.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115 expurgos com decisão fechada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7782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Saíram do indicador por mérito próprio. Não dependem da Crítica e não retornam.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35024"/>
          <a:ext cx="67665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069080"/>
                <a:gridCol w="73152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significa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externa ao transformador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equipamento falhou ou foi reposto, mas por causa que não é dele: furto, colisão, terceiros, ou o código nem é de transformador de distribuição.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Trocado, mas sem falha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troca aconteceu e está documentada, só que por decisão de capacidade ou de rede — remanejamento, preventivo, ajuste de tensão — e não por defeito do transformador.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 não comprova a troca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obra é onde o material trocado fica registrado. Aqui ela nunca foi gerada, não executou nada, ou foi encerrada sem transformador no material — não há como comprovar a substituição.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houve troca nenhuma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próprio registro diz que nada foi substituído: a SS é de construção ou desativação de posto, ou é a segunda SS do mesmo evento.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335024"/>
          <a:ext cx="4114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2296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 registrado caso a caso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Furto, roubo ou vandalismo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Remanejamento ou mudança de potência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preventiva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transformador foi substituído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 nunca foi gerada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Colisão de veículo (abalroamento)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de nível de tensão (tape)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Divisão de circuito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 encerrada sem trafo no material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sem descrição e sem obra gerada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não é de transformador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de fase com ganho de potência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Demais motivos, um caso cada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02920" y="52852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motivos: melhoria de posto, dano de terceiros, transformador auxiliar de religador, obra aberta e não executada, e uma SS duplicada do mesmo evento.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172 com texto de queima ou avaria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7782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227 expurgos, 172 pareciam contar pela descrição do campo. Destes, 112 param na Crítica e 60 saíram por motivo apurado na leitura.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5778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868680"/>
                <a:gridCol w="868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172 com texto de falha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Parou na Crítica: sem interrupção ou fora da janela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Saiu por outro motivo, apurado na leitura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55080" y="2880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60 em que a leitura discordou do texto</a:t>
            </a:r>
            <a:endParaRPr lang="en-US" sz="12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3200400"/>
          <a:ext cx="530352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42316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 apurada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Principais motivos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Trocado, mas sem falha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remanejamento 12, preventivo 8, tape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externa ao transformador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furto 6, colisão 2, cadastro 2, fase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 não comprova a troca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 não gerada 6, sem trafo no material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houve troca nenhuma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trafo substituído 6, SS duplicada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02920" y="54681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112 a leitura não contradiz o texto: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queima é aceita, falta a interrupção. Nos 60 a leitura encontrou outra explicação e o caso está fechado.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Queimado depende muito mais da Crítica: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dos 125 queimados param ali, contra 49% dos 47 avariados.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112 que dependem do COPO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7782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não há interrupção registrada, ou ela está fora da janela de 24 horas — não é descaracterização da falha.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394960"/>
                <a:gridCol w="914400"/>
                <a:gridCol w="155448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 na Crítica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significa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 comprovada pela série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comprovação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interrupção registrada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Crítica não tem nenhuma interrupção neste transformador em data alguma do período.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Fora da janela de 24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interrupção existe na Crítica, mas não cai na janela de 24 horas em torno da SS.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4290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campo registrou nesses 112 casos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49040"/>
          <a:ext cx="5120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 pelo texto da 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Queimado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Avariado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035040" y="3749040"/>
            <a:ext cx="5623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nenhum dos 112 a leitura do texto aponta causa diferente de falha do próprio transformador.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comprovada pela série significa que o número de série do transformador retirado é diferente do instalado — a substituição de fato ocorreu. Vale para 81 dos 112. Nos outros 31 o texto descreve a falha, mas as séries não comprovam a troca.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núcleo do problema: 81 casos com a troca comprovada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7782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retirada difere da instalada — a substituição está documentada. Falta apenas a interrupção registrada dentro da janela de 24 horas.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852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63040"/>
          <a:ext cx="4983480" cy="914400"/>
        </p:xfrm>
        <a:graphic>
          <a:graphicData uri="http://schemas.openxmlformats.org/drawingml/2006/table">
            <a:tbl>
              <a:tblPr/>
              <a:tblGrid>
                <a:gridCol w="397764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81 com a troca comprovada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interrupção registrada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Fora da janela de 24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Descritos como queimado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Descritos como avariado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Participação no grupo pendente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675120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675120" y="384048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81 transformadores em que a série retirada difere da instalada — a substituição ocorreu — e o laudo de campo descreve queima ou avaria.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interrupção for localizada, voltam ao indicador — e o indicador do período muda.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outros 31 o texto também descreve falha, mas as séries retirada e instalada não comprovam a substituição — é o grupo mais frágil.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pendência está concentrada no início do ano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7782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 a abril respondem por 90 dos 112 casos em aberto — 80% do total.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315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178308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 a abril: 90 pendentes.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fevereiro e março a pendência alcança 7 de cada 10 expurgos do mês.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Maio, junho e agosto: 22 pendentes.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terço dos 67 expurgos desses meses — metade da proporção do primeiro quadrimestre.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não entra na comparação.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Crítica do mês se perdeu; os 13 expurgos foram lidos só pelo texto, sem conferência de interrupção. O zero é ausência de teste, não ausência de caso.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do COPO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77824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respostas fecham os 112 casos e encerram o ciclo de janeiro a agosto.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7040880"/>
                <a:gridCol w="91440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4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as 82 sem interrupção na Crítica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cada SS sem interrupção registrada na Crítica, dizer se houve interrupção não registrada ou se o evento realmente não existiu. É o maior bloco e destrava 56 casos com troca provada.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Avaliar as 30 fora da janela de 24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interrupção existe, mas fora da janela de 24 horas da SS. Verificar se a janela deve ser ajustada ou se o vínculo entre a ocorrência e a solicitação é outro.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Priorizar janeiro a abril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Concentram 90 dos 112 casos. Fechar esses quatro meses resolve 80% da pendência e permite congelar o resultado do primeiro quadrimestre.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as três respostas não chegam, os 112 permanecem retidos — fora do indicador, mas reversíveis.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36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Equipamentos Especiais  ·  Expurgos de janeiro a agosto de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Expurgos de Transformadores — Jan a Ago 2026</dc:title>
  <dc:subject>PptxGenJS Presentation</dc:subject>
  <dc:creator>Squad Equipamentos Especiais</dc:creator>
  <cp:lastModifiedBy>Squad Equipamentos Especiais</cp:lastModifiedBy>
  <cp:revision>1</cp:revision>
  <dcterms:created xsi:type="dcterms:W3CDTF">2026-09-15T18:07:43Z</dcterms:created>
  <dcterms:modified xsi:type="dcterms:W3CDTF">2026-09-15T18:07:43Z</dcterms:modified>
</cp:coreProperties>
</file>